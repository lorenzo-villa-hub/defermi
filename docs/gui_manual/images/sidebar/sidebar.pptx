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3"/>
    <p:sldId id="256" r:id="rId4"/>
    <p:sldId id="258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7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hempots_MP_elemen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4700" y="1943100"/>
            <a:ext cx="5562600" cy="2971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20995" y="3397250"/>
            <a:ext cx="860425" cy="456565"/>
          </a:xfrm>
          <a:prstGeom prst="ellipse">
            <a:avLst/>
          </a:prstGeom>
          <a:noFill/>
          <a:ln w="28575" cmpd="sng">
            <a:solidFill>
              <a:srgbClr val="99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421630" y="2115185"/>
            <a:ext cx="430530" cy="325755"/>
          </a:xfrm>
          <a:prstGeom prst="ellipse">
            <a:avLst/>
          </a:prstGeom>
          <a:noFill/>
          <a:ln w="28575" cmpd="sng">
            <a:solidFill>
              <a:srgbClr val="99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111115" y="22529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111115" y="36264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empo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2070100"/>
            <a:ext cx="5514975" cy="164782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1742440" y="2749550"/>
            <a:ext cx="2797175" cy="830580"/>
          </a:xfrm>
          <a:prstGeom prst="rect">
            <a:avLst/>
          </a:prstGeom>
          <a:noFill/>
          <a:ln w="158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idebar_main_original"/>
          <p:cNvPicPr>
            <a:picLocks noChangeAspect="1"/>
          </p:cNvPicPr>
          <p:nvPr/>
        </p:nvPicPr>
        <p:blipFill>
          <a:blip r:embed="rId1"/>
          <a:srcRect r="785" b="9963"/>
          <a:stretch>
            <a:fillRect/>
          </a:stretch>
        </p:blipFill>
        <p:spPr>
          <a:xfrm>
            <a:off x="3536950" y="273685"/>
            <a:ext cx="4975225" cy="617474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3627120" y="539750"/>
            <a:ext cx="4824095" cy="2564130"/>
          </a:xfrm>
          <a:prstGeom prst="rect">
            <a:avLst/>
          </a:prstGeom>
          <a:noFill/>
          <a:ln w="158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603875" y="600710"/>
            <a:ext cx="2301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</a:rPr>
              <a:t>Page navigation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603875" y="3443605"/>
            <a:ext cx="1562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</a:rPr>
              <a:t>Parameters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3627120" y="3281680"/>
            <a:ext cx="4885055" cy="3070225"/>
          </a:xfrm>
          <a:prstGeom prst="rect">
            <a:avLst/>
          </a:prstGeom>
          <a:noFill/>
          <a:ln w="158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idebar_main_bottom_origin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545" y="111760"/>
            <a:ext cx="3940810" cy="668591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3686810" y="187960"/>
            <a:ext cx="468630" cy="461010"/>
            <a:chOff x="13099" y="3073"/>
            <a:chExt cx="738" cy="726"/>
          </a:xfrm>
        </p:grpSpPr>
        <p:sp>
          <p:nvSpPr>
            <p:cNvPr id="4" name="Oval 3" descr="check this text&#10;" title="text"/>
            <p:cNvSpPr/>
            <p:nvPr/>
          </p:nvSpPr>
          <p:spPr>
            <a:xfrm>
              <a:off x="13099" y="3073"/>
              <a:ext cx="739" cy="727"/>
            </a:xfrm>
            <a:prstGeom prst="ellipse">
              <a:avLst/>
            </a:prstGeom>
            <a:noFill/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13225" y="3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C00000"/>
                  </a:solidFill>
                </a:rPr>
                <a:t>1</a:t>
              </a:r>
              <a:endParaRPr 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890635" y="3010535"/>
            <a:ext cx="468630" cy="461010"/>
            <a:chOff x="13099" y="3073"/>
            <a:chExt cx="738" cy="726"/>
          </a:xfrm>
        </p:grpSpPr>
        <p:sp>
          <p:nvSpPr>
            <p:cNvPr id="15" name="Oval 14" descr="check this text&#10;" title="text"/>
            <p:cNvSpPr/>
            <p:nvPr/>
          </p:nvSpPr>
          <p:spPr>
            <a:xfrm>
              <a:off x="13099" y="3073"/>
              <a:ext cx="739" cy="727"/>
            </a:xfrm>
            <a:prstGeom prst="ellipse">
              <a:avLst/>
            </a:prstGeom>
            <a:noFill/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3225" y="3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C00000"/>
                  </a:solidFill>
                </a:rPr>
                <a:t>1</a:t>
              </a:r>
              <a:endParaRPr 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244340" y="1647825"/>
            <a:ext cx="469265" cy="461645"/>
            <a:chOff x="13099" y="3073"/>
            <a:chExt cx="739" cy="727"/>
          </a:xfrm>
        </p:grpSpPr>
        <p:sp>
          <p:nvSpPr>
            <p:cNvPr id="18" name="Oval 17" descr="check this text&#10;" title="text"/>
            <p:cNvSpPr/>
            <p:nvPr/>
          </p:nvSpPr>
          <p:spPr>
            <a:xfrm>
              <a:off x="13099" y="3073"/>
              <a:ext cx="739" cy="727"/>
            </a:xfrm>
            <a:prstGeom prst="ellipse">
              <a:avLst/>
            </a:prstGeom>
            <a:noFill/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3225" y="3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C00000"/>
                  </a:solidFill>
                </a:rPr>
                <a:t>2</a:t>
              </a:r>
              <a:endParaRPr 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076065" y="3684905"/>
            <a:ext cx="469265" cy="461645"/>
            <a:chOff x="13099" y="3073"/>
            <a:chExt cx="739" cy="727"/>
          </a:xfrm>
        </p:grpSpPr>
        <p:sp>
          <p:nvSpPr>
            <p:cNvPr id="21" name="Oval 20" descr="check this text&#10;" title="text"/>
            <p:cNvSpPr/>
            <p:nvPr/>
          </p:nvSpPr>
          <p:spPr>
            <a:xfrm>
              <a:off x="13099" y="3073"/>
              <a:ext cx="739" cy="727"/>
            </a:xfrm>
            <a:prstGeom prst="ellipse">
              <a:avLst/>
            </a:prstGeom>
            <a:noFill/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13225" y="3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C00000"/>
                  </a:solidFill>
                </a:rPr>
                <a:t>3</a:t>
              </a:r>
              <a:endParaRPr 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156075" y="5083175"/>
            <a:ext cx="469265" cy="461645"/>
            <a:chOff x="13099" y="3073"/>
            <a:chExt cx="739" cy="727"/>
          </a:xfrm>
        </p:grpSpPr>
        <p:sp>
          <p:nvSpPr>
            <p:cNvPr id="24" name="Oval 23" descr="check this text&#10;" title="text"/>
            <p:cNvSpPr/>
            <p:nvPr/>
          </p:nvSpPr>
          <p:spPr>
            <a:xfrm>
              <a:off x="13099" y="3073"/>
              <a:ext cx="739" cy="727"/>
            </a:xfrm>
            <a:prstGeom prst="ellipse">
              <a:avLst/>
            </a:prstGeom>
            <a:noFill/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13225" y="3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C00000"/>
                  </a:solidFill>
                </a:rPr>
                <a:t>4</a:t>
              </a:r>
              <a:endParaRPr 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996690" y="6076950"/>
            <a:ext cx="469265" cy="461645"/>
            <a:chOff x="13099" y="3073"/>
            <a:chExt cx="739" cy="727"/>
          </a:xfrm>
        </p:grpSpPr>
        <p:sp>
          <p:nvSpPr>
            <p:cNvPr id="27" name="Oval 26" descr="check this text&#10;" title="text"/>
            <p:cNvSpPr/>
            <p:nvPr/>
          </p:nvSpPr>
          <p:spPr>
            <a:xfrm>
              <a:off x="13099" y="3073"/>
              <a:ext cx="739" cy="727"/>
            </a:xfrm>
            <a:prstGeom prst="ellipse">
              <a:avLst/>
            </a:prstGeom>
            <a:noFill/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3225" y="3146"/>
              <a:ext cx="4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C00000"/>
                  </a:solidFill>
                </a:rPr>
                <a:t>5</a:t>
              </a:r>
              <a:endParaRPr lang="en-US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WPS Presentation</Application>
  <PresentationFormat>宽屏</PresentationFormat>
  <Paragraphs>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OpenSymbol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lorenzo</cp:lastModifiedBy>
  <cp:revision>14</cp:revision>
  <dcterms:created xsi:type="dcterms:W3CDTF">2025-12-18T17:31:55Z</dcterms:created>
  <dcterms:modified xsi:type="dcterms:W3CDTF">2025-12-18T17:31:55Z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